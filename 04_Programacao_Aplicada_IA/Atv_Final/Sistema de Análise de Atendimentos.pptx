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grandir Wide Bold" charset="1" panose="00000805000000000000"/>
      <p:regular r:id="rId12"/>
    </p:embeddedFont>
    <p:embeddedFont>
      <p:font typeface="Nunito" charset="1" panose="00000000000000000000"/>
      <p:regular r:id="rId13"/>
    </p:embeddedFont>
    <p:embeddedFont>
      <p:font typeface="Nunito Bold Italics" charset="1" panose="00000000000000000000"/>
      <p:regular r:id="rId14"/>
    </p:embeddedFont>
    <p:embeddedFont>
      <p:font typeface="Nunito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943430"/>
            <a:ext cx="10208996" cy="320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95"/>
              </a:lnSpc>
            </a:pPr>
            <a:r>
              <a:rPr lang="en-US" b="true" sz="6925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SISTEMA DE ANÁLISE DE ATENDIMENTOS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37309"/>
            <a:ext cx="6680614" cy="299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64"/>
              </a:lnSpc>
            </a:pPr>
            <a:r>
              <a:rPr lang="en-US" sz="183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Bruno Gomes Silva - 30/09/2026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544050" y="1028700"/>
            <a:ext cx="6760892" cy="8229600"/>
            <a:chOff x="0" y="0"/>
            <a:chExt cx="1047439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7439" cy="1274980"/>
            </a:xfrm>
            <a:custGeom>
              <a:avLst/>
              <a:gdLst/>
              <a:ahLst/>
              <a:cxnLst/>
              <a:rect r="r" b="b" t="t" l="l"/>
              <a:pathLst>
                <a:path h="1274980" w="1047439">
                  <a:moveTo>
                    <a:pt x="0" y="0"/>
                  </a:moveTo>
                  <a:lnTo>
                    <a:pt x="1047439" y="0"/>
                  </a:lnTo>
                  <a:lnTo>
                    <a:pt x="1047439" y="1274980"/>
                  </a:lnTo>
                  <a:lnTo>
                    <a:pt x="0" y="1274980"/>
                  </a:lnTo>
                  <a:close/>
                </a:path>
              </a:pathLst>
            </a:custGeom>
            <a:blipFill>
              <a:blip r:embed="rId2"/>
              <a:stretch>
                <a:fillRect l="-515" t="0" r="-515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028700" y="2716476"/>
            <a:ext cx="7561002" cy="127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9"/>
              </a:lnSpc>
            </a:pPr>
            <a:r>
              <a:rPr lang="en-US" b="true" sz="4034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INTRODUÇÃO E OBJETIVO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195751"/>
            <a:ext cx="7561002" cy="2755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Este projeto desenvolve uma aplicação completa para registrar, gerenciar e analisar atendimentos ao cliente. O sistema foca em acompanhar indicadores de desempenho, tempo médio de atendimento e níveis de satisfação dos clientes, proporcionando ferramentas para tomada de decisão baseada em dados.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409940"/>
            <a:ext cx="7561002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 i="true">
                <a:solidFill>
                  <a:srgbClr val="303870"/>
                </a:solidFill>
                <a:latin typeface="Nunito Bold Italics"/>
                <a:ea typeface="Nunito Bold Italics"/>
                <a:cs typeface="Nunito Bold Italics"/>
                <a:sym typeface="Nunito Bold Italics"/>
              </a:rPr>
              <a:t>Sistema de Análise de Atendimentos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414111"/>
            <a:ext cx="9384626" cy="2507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968"/>
              </a:lnSpc>
            </a:pPr>
            <a:r>
              <a:rPr lang="en-US" b="true" sz="786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TECNOLOGIAS UTILIZADAS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1043" y="5029748"/>
            <a:ext cx="4446588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Linguagem de programação de alto nível utilizada para o desenvolvimento completo da API de análise de atendimentos.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345841"/>
            <a:ext cx="4446588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Framework moderno e rápido para criar APIs web com alta performance e validação automática de dados.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806320" y="5029748"/>
            <a:ext cx="4446588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Interface de documentação interativa para testes e exploração das endpoints da API REST.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803978" y="7345841"/>
            <a:ext cx="3867444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Banco de dados relacional leve e portátil para armazenamento seguro dos dados do sistema.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86283" y="5029748"/>
            <a:ext cx="3867444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ORM de Python para mapeamento de objetos ao banco de dados e operações de banco de dados.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3941" y="7345841"/>
            <a:ext cx="4446588" cy="116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09"/>
              </a:lnSpc>
            </a:pPr>
            <a:r>
              <a:rPr lang="en-US" sz="1823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Biblioteca de análise de dados para manipulação, filtragem e geração de insights a partir dos registros.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31043" y="4329061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Python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6645154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FastAPI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06320" y="4329061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Swagger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803978" y="6645154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SQLite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86283" y="4329061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SQLAlchemy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83941" y="6645154"/>
            <a:ext cx="4446588" cy="55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19"/>
              </a:lnSpc>
            </a:pPr>
            <a:r>
              <a:rPr lang="en-US" b="true" sz="3228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Pandas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757407"/>
            <a:ext cx="7761937" cy="180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78"/>
              </a:lnSpc>
            </a:pPr>
            <a:r>
              <a:rPr lang="en-US" b="true" sz="5682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ESTRUTURA DO BANCO DE DADOS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5583445"/>
            <a:ext cx="7761937" cy="1822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 banco de dados SQLite utiliza um único arquivo para armazenar todas as informações dos atendimentos. Cada registro contém os campos essenciais para análise completa do desempenho e satisfação do cliente.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95039" y="5314537"/>
            <a:ext cx="3317049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ID &amp; Dados do Cliente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95039" y="6499422"/>
            <a:ext cx="3317049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Status &amp; Duração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27169" y="5314537"/>
            <a:ext cx="3317049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Categoria &amp; Atendente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27169" y="6499422"/>
            <a:ext cx="3317049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Satisfação &amp; Observações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7970455" y="3630619"/>
            <a:ext cx="0" cy="4941945"/>
          </a:xfrm>
          <a:prstGeom prst="line">
            <a:avLst/>
          </a:prstGeom>
          <a:ln cap="flat" w="38100">
            <a:solidFill>
              <a:srgbClr val="30387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7848095" y="3508259"/>
            <a:ext cx="244720" cy="24472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47820" y="4888269"/>
            <a:ext cx="244720" cy="24472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48095" y="6268279"/>
            <a:ext cx="244720" cy="24472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847820" y="7648289"/>
            <a:ext cx="244720" cy="24472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-19050"/>
              <a:ext cx="6604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3820627" y="1600136"/>
            <a:ext cx="9615185" cy="90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1"/>
              </a:lnSpc>
            </a:pPr>
            <a:r>
              <a:rPr lang="en-US" b="true" sz="5229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OPERAÇÕES CRUD REST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62661" y="4010386"/>
            <a:ext cx="5912494" cy="42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POST /atendimentos/ registra novo atendimento.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465206" y="4010386"/>
            <a:ext cx="7228572" cy="42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GET /atendimentos/ lista todos os atendimentos.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2661" y="6770406"/>
            <a:ext cx="5912494" cy="42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PUT /atendimentos/{id} atualiza dados.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465206" y="6770406"/>
            <a:ext cx="7228572" cy="42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93"/>
              </a:lnSpc>
            </a:pPr>
            <a:r>
              <a:rPr lang="en-US" sz="2098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DELETE /atendimentos/{id} remove registro.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62661" y="3338274"/>
            <a:ext cx="5912494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Criar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465206" y="3338274"/>
            <a:ext cx="7228572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Ler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62661" y="4718284"/>
            <a:ext cx="5912494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Documento JSON com dados do atendimento.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465206" y="4718284"/>
            <a:ext cx="7228572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Retorna lista com todos os registros cadastrados.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62661" y="6098294"/>
            <a:ext cx="5912494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Atualizar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465206" y="6098294"/>
            <a:ext cx="7228572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Remover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62661" y="7478304"/>
            <a:ext cx="5912494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Endpoint deve receber dados atualizados.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8465206" y="7478304"/>
            <a:ext cx="7228572" cy="373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28"/>
              </a:lnSpc>
            </a:pPr>
            <a:r>
              <a:rPr lang="en-US" b="true" sz="2163">
                <a:solidFill>
                  <a:srgbClr val="303870"/>
                </a:solidFill>
                <a:latin typeface="Nunito Bold"/>
                <a:ea typeface="Nunito Bold"/>
                <a:cs typeface="Nunito Bold"/>
                <a:sym typeface="Nunito Bold"/>
              </a:rPr>
              <a:t>Retorna status 204 No Content ao sucesso.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ED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59300" y="0"/>
            <a:ext cx="3086100" cy="10287000"/>
            <a:chOff x="0" y="0"/>
            <a:chExt cx="812800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2709333"/>
            </a:xfrm>
            <a:custGeom>
              <a:avLst/>
              <a:gdLst/>
              <a:ahLst/>
              <a:cxnLst/>
              <a:rect r="r" b="b" t="t" l="l"/>
              <a:pathLst>
                <a:path h="2709333" w="812800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534337"/>
            <a:ext cx="10208996" cy="1812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783"/>
              </a:lnSpc>
            </a:pPr>
            <a:r>
              <a:rPr lang="en-US" b="true" sz="10336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OBRIGADO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5676387"/>
            <a:ext cx="4786930" cy="838151"/>
            <a:chOff x="0" y="0"/>
            <a:chExt cx="1260755" cy="220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0755" cy="220747"/>
            </a:xfrm>
            <a:custGeom>
              <a:avLst/>
              <a:gdLst/>
              <a:ahLst/>
              <a:cxnLst/>
              <a:rect r="r" b="b" t="t" l="l"/>
              <a:pathLst>
                <a:path h="220747" w="1260755">
                  <a:moveTo>
                    <a:pt x="110374" y="0"/>
                  </a:moveTo>
                  <a:lnTo>
                    <a:pt x="1150381" y="0"/>
                  </a:lnTo>
                  <a:cubicBezTo>
                    <a:pt x="1179654" y="0"/>
                    <a:pt x="1207728" y="11629"/>
                    <a:pt x="1228428" y="32328"/>
                  </a:cubicBezTo>
                  <a:cubicBezTo>
                    <a:pt x="1249127" y="53027"/>
                    <a:pt x="1260755" y="81101"/>
                    <a:pt x="1260755" y="110374"/>
                  </a:cubicBezTo>
                  <a:lnTo>
                    <a:pt x="1260755" y="110374"/>
                  </a:lnTo>
                  <a:cubicBezTo>
                    <a:pt x="1260755" y="139647"/>
                    <a:pt x="1249127" y="167721"/>
                    <a:pt x="1228428" y="188420"/>
                  </a:cubicBezTo>
                  <a:cubicBezTo>
                    <a:pt x="1207728" y="209119"/>
                    <a:pt x="1179654" y="220747"/>
                    <a:pt x="1150381" y="220747"/>
                  </a:cubicBezTo>
                  <a:lnTo>
                    <a:pt x="110374" y="220747"/>
                  </a:lnTo>
                  <a:cubicBezTo>
                    <a:pt x="81101" y="220747"/>
                    <a:pt x="53027" y="209119"/>
                    <a:pt x="32328" y="188420"/>
                  </a:cubicBezTo>
                  <a:cubicBezTo>
                    <a:pt x="11629" y="167721"/>
                    <a:pt x="0" y="139647"/>
                    <a:pt x="0" y="110374"/>
                  </a:cubicBezTo>
                  <a:lnTo>
                    <a:pt x="0" y="110374"/>
                  </a:lnTo>
                  <a:cubicBezTo>
                    <a:pt x="0" y="81101"/>
                    <a:pt x="11629" y="53027"/>
                    <a:pt x="32328" y="32328"/>
                  </a:cubicBezTo>
                  <a:cubicBezTo>
                    <a:pt x="53027" y="11629"/>
                    <a:pt x="81101" y="0"/>
                    <a:pt x="110374" y="0"/>
                  </a:cubicBezTo>
                  <a:close/>
                </a:path>
              </a:pathLst>
            </a:custGeom>
            <a:ln w="38100" cap="rnd">
              <a:solidFill>
                <a:srgbClr val="30387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95250"/>
              <a:ext cx="1260755" cy="3159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28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29385" y="5802279"/>
            <a:ext cx="4185559" cy="4023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2"/>
              </a:lnSpc>
            </a:pPr>
            <a:r>
              <a:rPr lang="en-US" sz="2365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Obrigado pela Atenção!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81075"/>
            <a:ext cx="2948357" cy="825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21"/>
              </a:lnSpc>
            </a:pPr>
            <a:r>
              <a:rPr lang="en-US" sz="2372">
                <a:solidFill>
                  <a:srgbClr val="303870"/>
                </a:solidFill>
                <a:latin typeface="Nunito"/>
                <a:ea typeface="Nunito"/>
                <a:cs typeface="Nunito"/>
                <a:sym typeface="Nunito"/>
              </a:rPr>
              <a:t>Sistema de Análise de Atendimentos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DAHWtlje9Kc</dc:identifier>
  <dcterms:modified xsi:type="dcterms:W3CDTF">2011-08-01T06:04:30Z</dcterms:modified>
  <cp:revision>1</cp:revision>
  <dc:title>Sistema de Análise de Atendimentos</dc:title>
</cp:coreProperties>
</file>